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9" r:id="rId3"/>
    <p:sldId id="257" r:id="rId4"/>
    <p:sldId id="258" r:id="rId5"/>
    <p:sldId id="260" r:id="rId6"/>
    <p:sldId id="262" r:id="rId7"/>
    <p:sldId id="274" r:id="rId8"/>
    <p:sldId id="264" r:id="rId9"/>
    <p:sldId id="275" r:id="rId10"/>
    <p:sldId id="266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F17D25-7020-4060-B218-793529EA89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74DA8-79EC-4C72-A46C-91FC26F33D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CF209-FA79-4DCF-8C0F-8EA14DA76F16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82E9C-5581-488F-B9EA-56B32EA4DA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4D8D5-005E-4306-A4C0-572E20A8A0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E4293-2439-4CB4-9B84-818CB6480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73C5F-B233-4C10-BD1F-6656AE954080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1149D-6F9C-41D1-920F-B54E6FAB8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7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9AD56-4C13-4442-8F43-51C2F772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98DAF-7440-4F37-9E73-6CA2FD08C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2CED1-5A1D-4194-8B23-08F8844C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C86BD-92DF-444F-A943-33BD6918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6CF4B-0215-4404-BA56-ACAEF1BF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7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E1BB-5FA2-4C3A-A682-986FB029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AEC73-CAD2-4D6E-8F58-431B43A83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CE750-94FF-455D-A3B1-C8B57C7B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F73FD-F79F-405E-AAE1-15BE149B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43BCA-66D0-4734-831E-C5FA1C02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8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F4E2-A695-48A2-8310-B38A1138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89963-6DF9-4E39-99B4-C62192B60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EF65C-FB51-493A-8185-E215509F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4DB3-F51A-456E-8B58-1936E53B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72B82-8AE0-4889-9C2E-16948580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2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25BD-3EAC-4365-B124-8C883241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09D9-20FE-4989-9840-7C918646E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A07FF-0F13-4FF2-AE6E-C70289ED0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FB959-9E0A-42FF-9E62-75B6934F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62814-A529-4CF6-9D7A-D419B53E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3E3F9-F53E-45D7-9D2F-2BA483F0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EC91-03D7-40FE-A353-9F9EEA28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6A83F-2CC9-4A88-B528-9FC2889B6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E8FD2-2073-4B06-B78E-1FC05D09E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7AA28-144D-45B0-8858-72A0DC462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1D236-CDED-4228-BBE6-A76277A17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346E8-3A5E-4E80-AE06-A138EAF8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67AF7-E6BD-45C6-868F-F23F3BBC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36DEF-3075-424B-AE50-DD8C36EA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7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BAAF-6EE3-4A35-A9C5-E44DC3B8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51A1C-0555-457C-BCE3-7C64907E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0097D-94DC-40C4-B8E2-F84B2797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062FB-8D6A-4ED7-89DC-9F3CD846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2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C0B3A-5669-48AE-BB97-B421CC21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627D6-0630-46F5-8120-A48E094B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3AAFA-42BA-45F3-9177-AC775226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4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5D94-3A51-4DC9-A583-E1D2EB281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7C14-0AD2-41C8-AAD4-62CAE98A4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7D0EA-0711-4932-B2E5-BC1EAA24B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404CC-D66B-4299-9D80-CF39B70A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705DC-C2F0-4957-A197-BE3EB32E2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C109F-E288-481A-B2C1-3ECDB170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A5C9-891E-4E79-A518-2C6AF7C2C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73F31-9A2B-4E6F-B228-B99841EF2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CE233-AB35-4FE1-A032-8F81035ED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181E2-47F6-4906-89D4-292901E9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C87B0-1677-4F8C-939D-95E55A33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92EAF-BF15-4A91-B2B9-8295F26D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5637-B95B-4EDE-8F17-86FE4BEB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D2DD5-4169-49BE-9519-C78E0D8A9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6F02F-9818-409C-8832-D71CB7A7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89B27-0235-49A1-884B-AFE27872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BA26-8B51-4996-9FE3-40AA205D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1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59F44-F790-4CCB-8059-4294FEB38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B3DD7-7B8F-4225-A628-A5140F3C1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68F5D-E1E2-4B4F-A937-428FB942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0648C-6D63-4F22-8BFA-C2A238B1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508B-8807-459C-BFA5-62ABF50C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6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BB6CD-F6CD-4416-8B42-862EC340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DD030-C109-4AA1-AD5B-B54A46A4A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A9A3-BFCB-4762-9572-E5964E944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D2CE2-DBF4-4778-A9FE-D72F359E7185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4596B-D06F-47CC-BA30-3BE5576D8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70BA-B33D-4105-A2DC-0A3452DA5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8CD04-B0DD-4626-AAA3-824A075D4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99EDA-5786-4130-87DB-27455235D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zh-CN" altLang="en-US" dirty="0">
                <a:latin typeface="+mn-ea"/>
                <a:ea typeface="+mn-ea"/>
              </a:rPr>
              <a:t>線上聊天室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AA363-8F53-4CA2-A87D-262C9CAC9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r>
              <a:rPr lang="zh-CN" altLang="en-US" sz="2200" dirty="0">
                <a:latin typeface="+mn-ea"/>
              </a:rPr>
              <a:t>呂子恩 </a:t>
            </a:r>
            <a:r>
              <a:rPr lang="en-US" altLang="zh-CN" sz="2200" dirty="0">
                <a:latin typeface="+mn-ea"/>
              </a:rPr>
              <a:t>B064020051</a:t>
            </a:r>
            <a:endParaRPr lang="en-US" sz="2200" dirty="0">
              <a:latin typeface="+mn-ea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66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4F9F79B-A093-478E-96B5-EE02BC93A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291A1-ABE4-4326-976E-81847730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526280"/>
            <a:ext cx="7410681" cy="1737360"/>
          </a:xfrm>
        </p:spPr>
        <p:txBody>
          <a:bodyPr>
            <a:normAutofit/>
          </a:bodyPr>
          <a:lstStyle/>
          <a:p>
            <a:r>
              <a:rPr lang="zh-CN" altLang="en-US" sz="4800">
                <a:latin typeface="+mn-ea"/>
                <a:ea typeface="+mn-ea"/>
              </a:rPr>
              <a:t>目錄</a:t>
            </a:r>
            <a:endParaRPr lang="en-US" sz="4800">
              <a:latin typeface="+mn-ea"/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CC36-E816-4779-B138-D4BBAE26F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595293"/>
            <a:ext cx="5676637" cy="3463951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技術與框架</a:t>
            </a:r>
            <a:endParaRPr lang="en-US" altLang="zh-CN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相關程式碼</a:t>
            </a:r>
            <a:endParaRPr lang="en-US" altLang="zh-CN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執行畫面</a:t>
            </a:r>
            <a:endParaRPr lang="en-US" dirty="0">
              <a:latin typeface="+mn-ea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394CD8-BD30-4B74-86F4-51FDF3383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22394-EBC2-4FAF-A555-6C02D589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508760" y="3431556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7194F93-1F71-4A70-9DF1-28F183771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897" y="5004581"/>
            <a:ext cx="962395" cy="9623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BC0C84-DC2A-43AE-9576-0A44295E8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63725" y="4865965"/>
            <a:ext cx="293695" cy="293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299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6B51-6748-4740-9DB7-2910519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技術與框架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160C0-6A7C-4A3D-9D66-624286881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技術</a:t>
            </a:r>
            <a:endParaRPr lang="en-US" dirty="0">
              <a:latin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BD17-76D4-4F76-BC2C-FFE48FC181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DengXian" panose="02010600030101010101" pitchFamily="2" charset="-122"/>
                <a:ea typeface="DengXian" panose="02010600030101010101" pitchFamily="2" charset="-122"/>
              </a:rPr>
              <a:t>Node.js</a:t>
            </a:r>
          </a:p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一種是能夠在伺服器端運行 </a:t>
            </a:r>
            <a:r>
              <a:rPr lang="en-US" dirty="0">
                <a:latin typeface="DengXian" panose="02010600030101010101" pitchFamily="2" charset="-122"/>
                <a:ea typeface="DengXian" panose="02010600030101010101" pitchFamily="2" charset="-122"/>
              </a:rPr>
              <a:t>JavaScript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的開放原始碼、跨平台 </a:t>
            </a:r>
            <a:r>
              <a:rPr lang="en-US" dirty="0">
                <a:latin typeface="DengXian" panose="02010600030101010101" pitchFamily="2" charset="-122"/>
                <a:ea typeface="DengXian" panose="02010600030101010101" pitchFamily="2" charset="-122"/>
              </a:rPr>
              <a:t>JavaScript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執行環境。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 err="1">
                <a:latin typeface="+mn-ea"/>
              </a:rPr>
              <a:t>ngrok</a:t>
            </a:r>
            <a:endParaRPr lang="en-US" dirty="0">
              <a:latin typeface="+mn-e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C47E6D-77C8-4735-9DEF-7AF2D0E3F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框架</a:t>
            </a:r>
            <a:endParaRPr lang="en-US" dirty="0">
              <a:latin typeface="+mn-ea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21DB81-4A35-4E16-9BDB-FE61088615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Socket.io</a:t>
            </a:r>
            <a:r>
              <a:rPr lang="zh-CN" altLang="en-US" dirty="0">
                <a:latin typeface="+mn-ea"/>
              </a:rPr>
              <a:t>：一个面向实时 </a:t>
            </a:r>
            <a:r>
              <a:rPr lang="en-US" altLang="zh-CN" dirty="0">
                <a:latin typeface="+mn-ea"/>
              </a:rPr>
              <a:t>web </a:t>
            </a:r>
            <a:r>
              <a:rPr lang="zh-CN" altLang="en-US" dirty="0">
                <a:latin typeface="+mn-ea"/>
              </a:rPr>
              <a:t>应用的 </a:t>
            </a:r>
            <a:r>
              <a:rPr lang="en-US" altLang="zh-CN" dirty="0">
                <a:latin typeface="+mn-ea"/>
              </a:rPr>
              <a:t>JavaScript </a:t>
            </a:r>
            <a:r>
              <a:rPr lang="zh-CN" altLang="en-US" dirty="0">
                <a:latin typeface="+mn-ea"/>
              </a:rPr>
              <a:t>库</a:t>
            </a:r>
            <a:endParaRPr lang="en-US" altLang="zh-CN" dirty="0">
              <a:latin typeface="+mn-ea"/>
            </a:endParaRPr>
          </a:p>
          <a:p>
            <a:r>
              <a:rPr lang="en-US" dirty="0">
                <a:latin typeface="DengXian" panose="02010600030101010101" pitchFamily="2" charset="-122"/>
                <a:ea typeface="DengXian" panose="02010600030101010101" pitchFamily="2" charset="-122"/>
              </a:rPr>
              <a:t>Express</a:t>
            </a:r>
            <a:r>
              <a:rPr lang="zh-CN" altLang="en-US" dirty="0">
                <a:latin typeface="+mn-ea"/>
              </a:rPr>
              <a:t>：用於</a:t>
            </a:r>
            <a:r>
              <a:rPr lang="en-US" altLang="zh-CN" dirty="0">
                <a:latin typeface="+mn-ea"/>
              </a:rPr>
              <a:t>client</a:t>
            </a:r>
            <a:r>
              <a:rPr lang="zh-CN" altLang="en-US" dirty="0">
                <a:latin typeface="+mn-ea"/>
              </a:rPr>
              <a:t>跟</a:t>
            </a:r>
            <a:r>
              <a:rPr lang="en-US" altLang="zh-CN" dirty="0">
                <a:latin typeface="+mn-ea"/>
              </a:rPr>
              <a:t>server</a:t>
            </a:r>
            <a:r>
              <a:rPr lang="zh-CN" altLang="en-US" dirty="0">
                <a:latin typeface="+mn-ea"/>
              </a:rPr>
              <a:t>獲取資料</a:t>
            </a:r>
            <a:endParaRPr lang="en-US" dirty="0">
              <a:latin typeface="+mn-ea"/>
            </a:endParaRPr>
          </a:p>
          <a:p>
            <a:endParaRPr 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080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zh-CN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相關程式碼</a:t>
            </a:r>
            <a:r>
              <a:rPr lang="en-US" altLang="zh-CN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-Server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8" y="2638043"/>
            <a:ext cx="3363974" cy="34156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1700"/>
              <a:t>設立一個變數</a:t>
            </a:r>
            <a:r>
              <a:rPr lang="en-US" altLang="zh-CN" sz="1700"/>
              <a:t>express</a:t>
            </a:r>
            <a:r>
              <a:rPr lang="zh-CN" altLang="en-US" sz="1700"/>
              <a:t>來導入</a:t>
            </a:r>
            <a:r>
              <a:rPr lang="en-US" altLang="zh-CN" sz="1700"/>
              <a:t>Express</a:t>
            </a:r>
            <a:r>
              <a:rPr lang="zh-CN" altLang="en-US" sz="1700"/>
              <a:t>模塊，並用變數</a:t>
            </a:r>
            <a:r>
              <a:rPr lang="en-US" altLang="zh-CN" sz="1700"/>
              <a:t>app</a:t>
            </a:r>
            <a:r>
              <a:rPr lang="zh-CN" altLang="en-US" sz="1700"/>
              <a:t>建立一個</a:t>
            </a:r>
            <a:r>
              <a:rPr lang="en-US" altLang="zh-CN" sz="1700"/>
              <a:t>Express</a:t>
            </a:r>
            <a:r>
              <a:rPr lang="zh-CN" altLang="en-US" sz="1700"/>
              <a:t>應用</a:t>
            </a:r>
            <a:endParaRPr lang="en-US" altLang="zh-CN" sz="1700"/>
          </a:p>
          <a:p>
            <a:r>
              <a:rPr lang="zh-CN" altLang="en-US" sz="1700"/>
              <a:t>設立一個變數</a:t>
            </a:r>
            <a:r>
              <a:rPr lang="en-US" altLang="zh-CN" sz="1700"/>
              <a:t>serv</a:t>
            </a:r>
            <a:r>
              <a:rPr lang="zh-CN" altLang="en-US" sz="1700"/>
              <a:t>來讓</a:t>
            </a:r>
            <a:r>
              <a:rPr lang="en-US" altLang="zh-CN" sz="1700"/>
              <a:t>app</a:t>
            </a:r>
            <a:r>
              <a:rPr lang="zh-CN" altLang="en-US" sz="1700"/>
              <a:t>可以執行</a:t>
            </a:r>
            <a:r>
              <a:rPr lang="en-US" altLang="zh-CN" sz="1700"/>
              <a:t>HTTP</a:t>
            </a:r>
            <a:r>
              <a:rPr lang="zh-CN" altLang="en-US" sz="1700"/>
              <a:t>操作</a:t>
            </a:r>
            <a:endParaRPr lang="en-US" altLang="zh-CN" sz="1700"/>
          </a:p>
          <a:p>
            <a:r>
              <a:rPr lang="zh-CN" altLang="en-US" sz="1700"/>
              <a:t>變數</a:t>
            </a:r>
            <a:r>
              <a:rPr lang="en-US" altLang="zh-CN" sz="1700"/>
              <a:t>io</a:t>
            </a:r>
            <a:r>
              <a:rPr lang="zh-CN" altLang="en-US" sz="1700"/>
              <a:t>為導入</a:t>
            </a:r>
            <a:r>
              <a:rPr lang="en-US" altLang="zh-CN" sz="1700"/>
              <a:t>socket.io</a:t>
            </a:r>
            <a:r>
              <a:rPr lang="zh-CN" altLang="en-US" sz="1700"/>
              <a:t>框架，並綁定到服務器上</a:t>
            </a:r>
            <a:endParaRPr lang="en-US" altLang="zh-CN" sz="1700"/>
          </a:p>
          <a:p>
            <a:r>
              <a:rPr lang="en-US" altLang="zh-CN" sz="1700"/>
              <a:t>app.get</a:t>
            </a:r>
            <a:r>
              <a:rPr lang="zh-CN" altLang="en-US" sz="1700"/>
              <a:t>用來指定路徑，回傳</a:t>
            </a:r>
            <a:r>
              <a:rPr lang="en-US" altLang="zh-CN" sz="1700"/>
              <a:t>HTTP </a:t>
            </a:r>
            <a:r>
              <a:rPr lang="zh-CN" altLang="en-US" sz="1700"/>
              <a:t>的</a:t>
            </a:r>
            <a:r>
              <a:rPr lang="en-US" altLang="zh-CN" sz="1700"/>
              <a:t>GET</a:t>
            </a:r>
            <a:r>
              <a:rPr lang="zh-CN" altLang="en-US" sz="1700"/>
              <a:t>請求</a:t>
            </a:r>
            <a:endParaRPr lang="en-US" altLang="zh-CN" sz="1700"/>
          </a:p>
          <a:p>
            <a:r>
              <a:rPr lang="en-US" sz="1700"/>
              <a:t>serv.listen</a:t>
            </a:r>
            <a:r>
              <a:rPr lang="zh-CN" altLang="en-US" sz="1700"/>
              <a:t>與</a:t>
            </a:r>
            <a:r>
              <a:rPr lang="en-US" altLang="zh-CN" sz="1700"/>
              <a:t>3000</a:t>
            </a:r>
            <a:r>
              <a:rPr lang="zh-CN" altLang="en-US" sz="1700"/>
              <a:t>端口上啟動服務器</a:t>
            </a:r>
            <a:endParaRPr lang="en-US" sz="1700"/>
          </a:p>
        </p:txBody>
      </p:sp>
      <p:pic>
        <p:nvPicPr>
          <p:cNvPr id="3" name="Content Placeholder 2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34E8EA5-AFB8-4A03-AEE4-E05DEF3682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1137357"/>
            <a:ext cx="6250769" cy="442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88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zh-CN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相關程式碼</a:t>
            </a:r>
            <a:r>
              <a:rPr lang="en-US" altLang="zh-CN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-Server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8" y="2638043"/>
            <a:ext cx="3363974" cy="34156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/>
              <a:t>socket.emit</a:t>
            </a:r>
            <a:r>
              <a:rPr lang="zh-CN" altLang="en-US" sz="2000" dirty="0"/>
              <a:t>根據事件名，觸發相關</a:t>
            </a:r>
            <a:r>
              <a:rPr lang="en-US" altLang="zh-CN" sz="2000" dirty="0"/>
              <a:t>function</a:t>
            </a:r>
            <a:r>
              <a:rPr lang="zh-CN" altLang="en-US" sz="2000" dirty="0"/>
              <a:t>，並將資料回傳</a:t>
            </a:r>
          </a:p>
          <a:p>
            <a:r>
              <a:rPr lang="en-US" sz="2000" dirty="0" err="1"/>
              <a:t>socket.on</a:t>
            </a:r>
            <a:r>
              <a:rPr lang="zh-CN" altLang="en-US" sz="2000" dirty="0"/>
              <a:t>監聽</a:t>
            </a:r>
            <a:r>
              <a:rPr lang="en-US" altLang="zh-CN" sz="2000" dirty="0"/>
              <a:t>emit</a:t>
            </a:r>
            <a:r>
              <a:rPr lang="zh-CN" altLang="en-US" sz="2000" dirty="0"/>
              <a:t>發射的事件，並執行相關</a:t>
            </a:r>
            <a:r>
              <a:rPr lang="en-US" altLang="zh-CN" sz="2000" dirty="0"/>
              <a:t>function</a:t>
            </a:r>
          </a:p>
          <a:p>
            <a:endParaRPr lang="en-US" sz="2000" dirty="0"/>
          </a:p>
        </p:txBody>
      </p:sp>
      <p:pic>
        <p:nvPicPr>
          <p:cNvPr id="3" name="Content Placeholder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FFE06AA-FDFC-48C0-A17F-E9D6CFBBF3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855" y="92586"/>
            <a:ext cx="4654296" cy="667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06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zh-CN" alt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相關程式碼</a:t>
            </a:r>
            <a:r>
              <a:rPr lang="en-US" altLang="zh-CN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-Server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8" y="2638043"/>
            <a:ext cx="3363974" cy="34156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2000" dirty="0"/>
              <a:t>設立一個陣列</a:t>
            </a:r>
            <a:r>
              <a:rPr lang="en-US" altLang="zh-CN" sz="2000" dirty="0"/>
              <a:t>users</a:t>
            </a:r>
            <a:r>
              <a:rPr lang="zh-CN" altLang="en-US" sz="2000" dirty="0"/>
              <a:t>來讀取使用者名字</a:t>
            </a:r>
            <a:endParaRPr lang="en-US" altLang="zh-CN" sz="2000" dirty="0"/>
          </a:p>
          <a:p>
            <a:r>
              <a:rPr lang="zh-CN" altLang="en-US" sz="2000" dirty="0"/>
              <a:t>利用</a:t>
            </a:r>
            <a:r>
              <a:rPr lang="en-US" altLang="zh-CN" sz="2000" dirty="0"/>
              <a:t>checklist</a:t>
            </a:r>
            <a:r>
              <a:rPr lang="zh-CN" altLang="en-US" sz="2000" dirty="0"/>
              <a:t>來製作一個檢查陣列的</a:t>
            </a:r>
            <a:r>
              <a:rPr lang="en-US" altLang="zh-CN" sz="2000" dirty="0"/>
              <a:t>function</a:t>
            </a:r>
            <a:endParaRPr lang="en-US" sz="2000" dirty="0"/>
          </a:p>
        </p:txBody>
      </p:sp>
      <p:pic>
        <p:nvPicPr>
          <p:cNvPr id="3" name="Content Placeholder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D29EE748-1408-4CC2-B91B-8AE057FBE1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2207801"/>
            <a:ext cx="6250769" cy="22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32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zh-CN" alt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相關程式碼</a:t>
            </a:r>
            <a:r>
              <a:rPr lang="en-US" altLang="zh-CN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-Client</a:t>
            </a:r>
            <a:endParaRPr lang="en-US" sz="2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468" y="2638043"/>
            <a:ext cx="3363974" cy="34156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設立一個變數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socket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來與服務端建立連接</a:t>
            </a:r>
            <a:endParaRPr lang="en-US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通过引入 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&lt;</a:t>
            </a:r>
            <a:r>
              <a:rPr 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script </a:t>
            </a:r>
            <a:r>
              <a:rPr lang="en-US" sz="2000" dirty="0" err="1">
                <a:latin typeface="DengXian" panose="02010600030101010101" pitchFamily="2" charset="-122"/>
                <a:ea typeface="DengXian" panose="02010600030101010101" pitchFamily="2" charset="-122"/>
              </a:rPr>
              <a:t>src</a:t>
            </a:r>
            <a:r>
              <a:rPr 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="/socket.io/socket.io.js"&gt;&lt;/script&gt; 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即可使用 </a:t>
            </a:r>
            <a:r>
              <a:rPr 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socket.io </a:t>
            </a:r>
          </a:p>
          <a:p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使用者可以執行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emit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與</a:t>
            </a:r>
            <a:r>
              <a:rPr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on</a:t>
            </a:r>
            <a:r>
              <a:rPr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的操作</a:t>
            </a:r>
            <a:endParaRPr lang="en-US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Content Placeholder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EDEF03CD-A64B-46CD-96EE-05FC128387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4" y="2686394"/>
            <a:ext cx="6524322" cy="1485212"/>
          </a:xfrm>
        </p:spPr>
      </p:pic>
    </p:spTree>
    <p:extLst>
      <p:ext uri="{BB962C8B-B14F-4D97-AF65-F5344CB8AC3E}">
        <p14:creationId xmlns:p14="http://schemas.microsoft.com/office/powerpoint/2010/main" val="40905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7054" y="4591732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打開</a:t>
            </a:r>
            <a:r>
              <a:rPr lang="en-US" altLang="zh-CN" sz="2000" dirty="0"/>
              <a:t>terminal</a:t>
            </a:r>
            <a:r>
              <a:rPr lang="zh-CN" altLang="en-US" sz="2000" dirty="0"/>
              <a:t>移動到相關路徑輸入</a:t>
            </a:r>
            <a:r>
              <a:rPr lang="en-US" altLang="zh-CN" sz="2000" dirty="0"/>
              <a:t>node a.js</a:t>
            </a:r>
          </a:p>
          <a:p>
            <a:r>
              <a:rPr lang="zh-CN" altLang="en-US" sz="2000" dirty="0"/>
              <a:t>成功後會回傳</a:t>
            </a:r>
            <a:r>
              <a:rPr lang="en-US" altLang="zh-CN" sz="2000" dirty="0"/>
              <a:t>Server started</a:t>
            </a:r>
            <a:endParaRPr lang="en-US" sz="2000" dirty="0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6222D5E8-6400-4147-9A48-57B6088B27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126" y="379847"/>
            <a:ext cx="8134874" cy="467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7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9818" y="4726285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利用遊覽器移動到</a:t>
            </a:r>
            <a:r>
              <a:rPr lang="en-US" sz="2000" dirty="0">
                <a:hlinkClick r:id="rId2"/>
              </a:rPr>
              <a:t>http://localhost:3000/</a:t>
            </a:r>
            <a:r>
              <a:rPr lang="zh-CN" altLang="en-US" sz="2000" dirty="0"/>
              <a:t>就會看到網頁頁面</a:t>
            </a:r>
            <a:endParaRPr lang="en-US" sz="2000" dirty="0"/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EBA7F82-EE6F-4CC1-A410-3237CF78FC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034" y="640080"/>
            <a:ext cx="8132065" cy="4574287"/>
          </a:xfrm>
        </p:spPr>
      </p:pic>
    </p:spTree>
    <p:extLst>
      <p:ext uri="{BB962C8B-B14F-4D97-AF65-F5344CB8AC3E}">
        <p14:creationId xmlns:p14="http://schemas.microsoft.com/office/powerpoint/2010/main" val="188355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打開</a:t>
            </a:r>
            <a:r>
              <a:rPr lang="en-US" altLang="zh-CN" sz="2000" dirty="0"/>
              <a:t>ngrok.exe</a:t>
            </a:r>
            <a:r>
              <a:rPr lang="zh-CN" altLang="en-US" sz="2000" dirty="0"/>
              <a:t>，並輸入</a:t>
            </a:r>
            <a:r>
              <a:rPr lang="en-US" altLang="zh-CN" sz="2000" dirty="0" err="1"/>
              <a:t>ngrok</a:t>
            </a:r>
            <a:r>
              <a:rPr lang="en-US" altLang="zh-CN" sz="2000" dirty="0"/>
              <a:t> http 3000</a:t>
            </a:r>
          </a:p>
          <a:p>
            <a:r>
              <a:rPr lang="zh-CN" altLang="en-US" sz="2000" dirty="0"/>
              <a:t>使用</a:t>
            </a:r>
            <a:r>
              <a:rPr lang="en-US" altLang="zh-CN" sz="2000" dirty="0" err="1"/>
              <a:t>ngrok</a:t>
            </a:r>
            <a:r>
              <a:rPr lang="zh-CN" altLang="en-US" sz="2000" dirty="0"/>
              <a:t>指定到電腦的</a:t>
            </a:r>
            <a:r>
              <a:rPr lang="en-US" altLang="zh-CN" sz="2000" dirty="0"/>
              <a:t>port 3000 </a:t>
            </a:r>
            <a:r>
              <a:rPr lang="zh-CN" altLang="en-US" sz="2000" dirty="0"/>
              <a:t>，可以把外界的請求轉發到你指定的 </a:t>
            </a:r>
            <a:r>
              <a:rPr lang="en-US" altLang="zh-CN" sz="2000" dirty="0"/>
              <a:t>Port</a:t>
            </a:r>
            <a:endParaRPr lang="en-US" sz="2000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70998FB-2D45-4DE0-A2EC-1F7428717C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391" y="326425"/>
            <a:ext cx="8132609" cy="47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2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2000" dirty="0" err="1"/>
              <a:t>ngrok</a:t>
            </a:r>
            <a:r>
              <a:rPr lang="zh-CN" altLang="en-US" sz="2000" dirty="0"/>
              <a:t>會回傳一個網址，打開來就是網頁聊天頁面</a:t>
            </a:r>
            <a:endParaRPr lang="en-US" sz="2000" dirty="0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674FB086-49A9-455D-A55C-100D0C1C86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09" y="640080"/>
            <a:ext cx="8128091" cy="4572051"/>
          </a:xfrm>
        </p:spPr>
      </p:pic>
    </p:spTree>
    <p:extLst>
      <p:ext uri="{BB962C8B-B14F-4D97-AF65-F5344CB8AC3E}">
        <p14:creationId xmlns:p14="http://schemas.microsoft.com/office/powerpoint/2010/main" val="415450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此時可以使用頁面輸入名字並進入到聊天室</a:t>
            </a:r>
            <a:endParaRPr lang="en-US" sz="2000" dirty="0"/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7BC77B4-2CEA-437C-A9B8-12A2AD2089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5" y="640080"/>
            <a:ext cx="8130256" cy="4573269"/>
          </a:xfrm>
        </p:spPr>
      </p:pic>
    </p:spTree>
    <p:extLst>
      <p:ext uri="{BB962C8B-B14F-4D97-AF65-F5344CB8AC3E}">
        <p14:creationId xmlns:p14="http://schemas.microsoft.com/office/powerpoint/2010/main" val="203486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聊天室的左方會顯示在線使用者</a:t>
            </a:r>
            <a:endParaRPr lang="en-US" sz="2000" dirty="0"/>
          </a:p>
        </p:txBody>
      </p:sp>
      <p:pic>
        <p:nvPicPr>
          <p:cNvPr id="8" name="Content Placeholder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62906AD-4E78-4DB4-B1E7-3750CBCD99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985" y="640080"/>
            <a:ext cx="8147015" cy="4582696"/>
          </a:xfrm>
        </p:spPr>
      </p:pic>
    </p:spTree>
    <p:extLst>
      <p:ext uri="{BB962C8B-B14F-4D97-AF65-F5344CB8AC3E}">
        <p14:creationId xmlns:p14="http://schemas.microsoft.com/office/powerpoint/2010/main" val="380166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當另一個使用者加入時，會顯示新使用者加入，左邊的在線用戶也會更新</a:t>
            </a:r>
            <a:endParaRPr lang="en-US" sz="2000" dirty="0"/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D781665-2414-44F5-BE3A-1A506B1DD6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5" y="640080"/>
            <a:ext cx="8130254" cy="4573268"/>
          </a:xfrm>
        </p:spPr>
      </p:pic>
    </p:spTree>
    <p:extLst>
      <p:ext uri="{BB962C8B-B14F-4D97-AF65-F5344CB8AC3E}">
        <p14:creationId xmlns:p14="http://schemas.microsoft.com/office/powerpoint/2010/main" val="2617757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輸入的訊息都會同步顯示在頁面上</a:t>
            </a:r>
            <a:endParaRPr lang="en-US" sz="2000" dirty="0"/>
          </a:p>
        </p:txBody>
      </p:sp>
      <p:pic>
        <p:nvPicPr>
          <p:cNvPr id="6" name="Content Placeholder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4A36881-0B3A-48D4-AEAE-779F0FFE1D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5" y="640079"/>
            <a:ext cx="8129676" cy="4572943"/>
          </a:xfrm>
        </p:spPr>
      </p:pic>
    </p:spTree>
    <p:extLst>
      <p:ext uri="{BB962C8B-B14F-4D97-AF65-F5344CB8AC3E}">
        <p14:creationId xmlns:p14="http://schemas.microsoft.com/office/powerpoint/2010/main" val="2233432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當另一個使用者離開時，會顯示使用者離開，並更新左邊的在線用戶</a:t>
            </a:r>
            <a:endParaRPr lang="en-US" sz="2000" dirty="0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497FBDB-4885-4104-AF16-E2037F1FDC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5" y="640079"/>
            <a:ext cx="8129676" cy="4572943"/>
          </a:xfrm>
        </p:spPr>
      </p:pic>
    </p:spTree>
    <p:extLst>
      <p:ext uri="{BB962C8B-B14F-4D97-AF65-F5344CB8AC3E}">
        <p14:creationId xmlns:p14="http://schemas.microsoft.com/office/powerpoint/2010/main" val="376646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16E3C3F-8904-4374-BA04-1A7F474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執行畫面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6CACFE1-3FAA-41C3-95FC-74E3729A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3403" y="4608766"/>
            <a:ext cx="6848715" cy="2484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在</a:t>
            </a:r>
            <a:r>
              <a:rPr lang="en-US" altLang="zh-CN" sz="2000" dirty="0"/>
              <a:t>terminal</a:t>
            </a:r>
            <a:r>
              <a:rPr lang="zh-CN" altLang="en-US" sz="2000" dirty="0"/>
              <a:t>裡會顯示使用者加入與離開的訊息</a:t>
            </a:r>
            <a:endParaRPr lang="en-US" sz="2000" dirty="0"/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19BCDE-2F71-4AF8-8BAA-153C8724FE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35" y="640080"/>
            <a:ext cx="8135434" cy="4704918"/>
          </a:xfrm>
        </p:spPr>
      </p:pic>
    </p:spTree>
    <p:extLst>
      <p:ext uri="{BB962C8B-B14F-4D97-AF65-F5344CB8AC3E}">
        <p14:creationId xmlns:p14="http://schemas.microsoft.com/office/powerpoint/2010/main" val="1177383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59AE206-7EBA-4D33-8BC9-9D8158553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AF78E0-D9D8-4427-92A4-FCB27FD7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4525347"/>
            <a:ext cx="6801321" cy="1737360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THE END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CB24A01-317D-403C-B1C8-179E57C48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58" y="4525347"/>
            <a:ext cx="3258675" cy="1737360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437D937-A7F1-4011-92B4-328E5BE1B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72F332-AF08-46C6-94F0-77684310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244EF8-D73A-40E1-BE73-D46E6B4B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B84D7E8-4ECB-42D7-ADBF-01689B0F2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8E38ED-369A-44C2-B635-0BED0E48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16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614</Words>
  <Application>Microsoft Office PowerPoint</Application>
  <PresentationFormat>Widescreen</PresentationFormat>
  <Paragraphs>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等线</vt:lpstr>
      <vt:lpstr>等线</vt:lpstr>
      <vt:lpstr>Arial</vt:lpstr>
      <vt:lpstr>Calibri</vt:lpstr>
      <vt:lpstr>Calibri Light</vt:lpstr>
      <vt:lpstr>Office Theme</vt:lpstr>
      <vt:lpstr>線上聊天室</vt:lpstr>
      <vt:lpstr>目錄</vt:lpstr>
      <vt:lpstr>技術與框架</vt:lpstr>
      <vt:lpstr>相關程式碼-Server</vt:lpstr>
      <vt:lpstr>相關程式碼-Server</vt:lpstr>
      <vt:lpstr>相關程式碼-Server</vt:lpstr>
      <vt:lpstr>相關程式碼-Client</vt:lpstr>
      <vt:lpstr>執行畫面</vt:lpstr>
      <vt:lpstr>執行畫面</vt:lpstr>
      <vt:lpstr>執行畫面</vt:lpstr>
      <vt:lpstr>執行畫面</vt:lpstr>
      <vt:lpstr>執行畫面</vt:lpstr>
      <vt:lpstr>執行畫面</vt:lpstr>
      <vt:lpstr>執行畫面</vt:lpstr>
      <vt:lpstr>執行畫面</vt:lpstr>
      <vt:lpstr>執行畫面</vt:lpstr>
      <vt:lpstr>執行畫面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網頁線上聊天</dc:title>
  <dc:creator>- ZEXON -</dc:creator>
  <cp:lastModifiedBy>- ZEXON -</cp:lastModifiedBy>
  <cp:revision>5</cp:revision>
  <dcterms:created xsi:type="dcterms:W3CDTF">2019-12-25T08:46:53Z</dcterms:created>
  <dcterms:modified xsi:type="dcterms:W3CDTF">2020-05-06T07:02:57Z</dcterms:modified>
</cp:coreProperties>
</file>